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79"/>
  </p:normalViewPr>
  <p:slideViewPr>
    <p:cSldViewPr snapToGrid="0">
      <p:cViewPr varScale="1">
        <p:scale>
          <a:sx n="88" d="100"/>
          <a:sy n="88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382694-B851-E985-1447-D9307964B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A37046-87F4-E9F2-C2D8-9AFD49082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C5CFB1-A4F0-4E44-7931-5660173A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CC1F4-212D-7A46-C3B3-04854BBA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E0CF2-AFAA-4F7E-2AE6-5BD888FA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050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057A4-BD3E-A30F-5BCB-6697FDDD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E38A65-B067-62B0-BD2A-A640E2870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DBA081-0B2D-BA05-CA5F-63C90BF5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ED32B-B7DE-707C-B789-F3F97D3EB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9354F2-A6BD-2A95-982A-254A2E3A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814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A0C04-3CFD-D230-CFF3-300526E2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0F98AC-4901-1603-631E-0A30D1773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C6A69-F7B9-18A2-FE48-01E072EC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18B966-7EF6-937A-B182-A2424E1B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29D81A-C06B-CE53-A1AD-F801F710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456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2E5A9-A16B-4950-D176-4523828C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21D89B-98A8-2526-277E-22E854EC2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EA423-E234-CBD8-D95E-D05707B9D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81832-76D0-E0BF-AE93-04464F80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28A78B-FD72-A3D0-3601-FD0B26F0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8311D9-99F7-D1E0-DFA1-245FD45D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0082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A9DF3-4895-5DF0-6359-4FBD4732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D75F26-9C58-43CA-282C-FC3F88A94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1AA989-FA42-7A11-545A-77935B20D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50F777-D423-6CA3-03E5-CE623397E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BAC58B-72EE-CADD-3761-AB89B3360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88FC62-CD91-634E-8E5C-EF65E5AC4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C55A4D-B2E1-1F65-1295-D8FC5012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ACC089-3B81-D6A4-580B-BC21567A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56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171C4-1C46-5A9A-9B75-9C837569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A3332D-3358-72EC-A560-3623201B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1512B4-0282-B064-DEB6-E1ACDD26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35D587-50F9-AD72-0699-A21370F3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5853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AE804E-4C04-4824-BF4A-9D05121A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C30865-4EC1-67E7-75AC-8CC609EE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4E0722-64FF-A2FA-45BC-7559FEDB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040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C8470-172E-099A-4288-C75071C5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FBC8A-7490-5D39-F365-41D0ADBD4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41DD7F-9162-4393-AE19-81D6B5886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EA92E1-3CE4-4CAF-31CA-05B500D8E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84EA39-8381-9EB4-CB9F-768A73E4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FDAF59-598E-D4D9-1475-E5F9C671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444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CB3C1-50B3-4A2C-EEF6-B1A66C892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83957AA-EFAE-DEC5-56CF-D7FDF4DAC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71ED6C-B846-290E-820D-A0AF67701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E44700-75E6-6F29-90DF-B3BBEB26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1D4581-F279-99EB-9CEB-4CCD6A9E1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6B0316-7B4B-E66D-1345-6B0B9F0F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726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8670F-3FE2-9E20-C21A-B65B310D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61EB1E-004F-6128-875A-F2F7F723B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9E1033-2040-DB76-FD15-96CD032A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DC48BC-E695-4EBF-5740-88BBCF0F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8A1F1-CB19-3FD3-3DAD-F2BD3BEA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275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A6A6AC-D3BF-A951-B76A-CBF112E2F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C7E3BD-3882-5CA2-1AFF-93B492728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0E93CF-980E-F5BE-C93E-8725DA24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983B3-B156-243C-3885-A02FCE60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DB861-F801-2754-6133-725809FCA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171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B260B6-096F-6C16-E3EE-39C8D293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726E96-43D4-FFB9-94A0-D064F2B6E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F03A4E-7376-6D45-CEDF-0EA3868261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D4C44-5D96-B346-AB8E-6A3B0AB5EF13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096EB-8786-FC5D-ADE1-B562E6341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642EE-03C0-624B-D42D-8FF009931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D2E76-97CA-6C44-9E59-44E163E15F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9411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5816F8E-8255-A403-A1A0-B538291F2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29" y="845457"/>
            <a:ext cx="1800000" cy="18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569DF9-8B93-511C-D55F-D9DF86135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029" y="2678342"/>
            <a:ext cx="1800000" cy="180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6A7CC99-1A70-00E9-0141-D7C3C990C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428" y="2678342"/>
            <a:ext cx="1800000" cy="180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F55E016-0A9D-FA89-D36B-81BC0230E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228" y="845457"/>
            <a:ext cx="1800000" cy="180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5D31FC1-EA81-4AED-91A0-D9FE85299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78342"/>
            <a:ext cx="1800000" cy="180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F2ED546-200C-6127-DA7F-0DC5413EC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845457"/>
            <a:ext cx="1800000" cy="180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27E27DE-502F-BCA1-8A14-C537F33F11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572" y="2678342"/>
            <a:ext cx="1800000" cy="180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FAD4BD2-7FA2-FE8E-7D58-995BD6EDF0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4572" y="878342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7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李鸿翔（实习）</dc:creator>
  <cp:lastModifiedBy>李鸿翔（实习）</cp:lastModifiedBy>
  <cp:revision>3</cp:revision>
  <dcterms:created xsi:type="dcterms:W3CDTF">2026-05-09T08:12:00Z</dcterms:created>
  <dcterms:modified xsi:type="dcterms:W3CDTF">2026-05-09T08:13:58Z</dcterms:modified>
</cp:coreProperties>
</file>